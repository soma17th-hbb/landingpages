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78DDB-6157-DD42-C277-87B9710E2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215648-AE72-89D2-6C85-3F91C970D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A90AE3-A049-4F9C-FE50-1263E6A1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985FF-2280-7CFC-01C2-74387A7A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0E522-275A-BD5A-0020-09CE534A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9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A4B0D-4E8C-D0B3-DDAC-8FF0D45F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FFADA-72F8-3D68-294F-FF2EE651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5D985-43EA-45BB-D386-785A4D6D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70FB54-1399-C8FD-7198-C8D25AD5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ECA04-E696-02BF-1522-F93F269D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95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FC667-91E7-8667-46FA-0007DA84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F84962-D577-7CA6-F668-D21330410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9EC5E-5672-0A2D-41C1-E7179464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8B2F5-1C48-FC55-E269-EFA922D8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276396-63D9-6DB4-C73B-04A4B5B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2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C8C4A-3CFC-A4B3-23F0-2BA82710E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9C9E3-030E-EDF5-C7F5-5264F9841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107D1-C71D-80B8-0A89-5A2931DD9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8E927A-B420-08D7-CBEF-41953B27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37B245-9A7C-AE1C-1ED7-A4E21616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AE1B1B-8538-7C14-1215-3623C9F7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33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FF187-F28B-1CC9-B40D-FE5CAFD8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958FB7-7EDF-837C-5FD7-9B16E2DB7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BCDCAB-A504-F81C-6BF4-AFA225A92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2536A7-FD76-03C5-71E4-FB8E29C2A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7496F4-835B-C613-7298-885F6A96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595346-D9B4-F745-9C4C-B3AC875B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54AB67-6EA2-DD18-B2C8-EE036E53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64DDD3-EC48-18C3-BECC-F69BFD96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05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B5E4A-1FA0-E12A-E690-C8D946E6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9ADABD-B09B-1423-D06C-9000C85B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CC3FF7-59C3-903F-0239-2CF9CB52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9E898F-6706-3E85-21D9-8B32474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51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7C9904-E33B-51F0-C0B7-1541D697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F38948-D1D3-C97F-28FD-34354E51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4B12F-2300-47E7-0B82-FD87B0F6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1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C096B-53F2-5F46-2287-C3B430419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44439E-36A6-2422-9A58-CD642B353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450BCA-CC7C-7244-CC13-B9EBFBD58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1D875-36EA-92B7-3B53-AE053BD4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90FC5-FB80-0143-499F-6B9D22E66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5F2673-FBCC-C8C1-3885-8B072D96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1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BD55D-404A-1E0C-D61E-BCFA7633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621FD3-A8A9-96E1-0496-9605BD300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800A3B-0689-15A8-4064-9918BD0A4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E37E4F-0458-32E8-1E56-BB97AC79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4EFFF8-17FC-2E86-2E80-DBAC766B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BBFC0A-3C10-5D35-2AEE-07812064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0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72A60-2284-DAC6-31EB-C925BE4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8A588F-B678-0CB7-EBBC-93402A945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7302B-5EF9-7047-B380-9881B690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0DB0B-49E9-775F-567C-FF96DF4F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6678B-067B-3510-0606-1CF01101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14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499853-48C2-AE39-9624-2A91C6C3C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523C5B-47AC-7A1D-6AB8-51BF6B09F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95B21-C7E5-D6D7-C9B9-66FB253E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FA5EC-9787-16B2-440E-DFBC1CCD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AE569-1BBC-0A89-3F0C-1E4F5436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21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0AE6D4-9798-7DA8-4A67-9DF664CE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54814-EA36-9593-32AE-F658A0C5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35163A-F593-78C1-AA8A-EAB3C7886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ECD0F-ED6D-4371-B55C-90BD4562B8F2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345DF-12D0-609F-FB98-3D5D138E4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0CF83-E88F-84DA-CA6C-A77459B26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73F9E-5EE5-48A6-AAE7-C21973B9B8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76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912DE-5DAB-57E2-423C-9D725853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977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한 줄 정의 </a:t>
            </a:r>
            <a:r>
              <a:rPr lang="en-US" altLang="ko-KR" b="1" dirty="0"/>
              <a:t>(</a:t>
            </a:r>
            <a:r>
              <a:rPr lang="ko-KR" altLang="en-US" b="1" dirty="0"/>
              <a:t>프로젝트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👉 </a:t>
            </a:r>
            <a:r>
              <a:rPr lang="ko-KR" altLang="en-US" b="1" dirty="0"/>
              <a:t>“실전 면접 흐름을 재현하는 </a:t>
            </a:r>
            <a:r>
              <a:rPr lang="en-US" altLang="ko-KR" b="1" dirty="0"/>
              <a:t>AI </a:t>
            </a:r>
            <a:r>
              <a:rPr lang="ko-KR" altLang="en-US" b="1" dirty="0"/>
              <a:t>기반 면접 시뮬레이션 플랫폼”</a:t>
            </a:r>
            <a:br>
              <a:rPr lang="ko-KR" altLang="en-US" dirty="0"/>
            </a:br>
            <a:r>
              <a:rPr lang="ko-KR" altLang="en-US" b="1" dirty="0"/>
              <a:t>한 줄 정의 </a:t>
            </a:r>
            <a:r>
              <a:rPr lang="en-US" altLang="ko-KR" b="1" dirty="0"/>
              <a:t>(</a:t>
            </a:r>
            <a:r>
              <a:rPr lang="ko-KR" altLang="en-US" b="1" dirty="0"/>
              <a:t>사용자 관점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👉 </a:t>
            </a:r>
            <a:r>
              <a:rPr lang="ko-KR" altLang="en-US" b="1" dirty="0"/>
              <a:t>“문제 풀고 → 바로 면접까지 이어지는</a:t>
            </a:r>
            <a:r>
              <a:rPr lang="en-US" altLang="ko-KR" b="1" dirty="0"/>
              <a:t>, </a:t>
            </a:r>
            <a:r>
              <a:rPr lang="ko-KR" altLang="en-US" b="1" dirty="0"/>
              <a:t>실전형 면접 연습 서비스”</a:t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08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A86C97-60DB-C88D-B674-9492447C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591" y="233516"/>
            <a:ext cx="12591182" cy="6390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410E69-353E-3585-EE8C-041259E07590}"/>
              </a:ext>
            </a:extLst>
          </p:cNvPr>
          <p:cNvSpPr txBox="1"/>
          <p:nvPr/>
        </p:nvSpPr>
        <p:spPr>
          <a:xfrm>
            <a:off x="462116" y="1209368"/>
            <a:ext cx="1946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면접 준비 시 실전 경험 부족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꼬리 질문 대응 능력 부족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과제형 면접 대비 방법 부재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면접 스터디의 낮은 질문 품질 및 피드백 부족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혼자 준비 시 객관적 평가 어려움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831DB-3DD4-A8D5-2B07-F2209BE7A401}"/>
              </a:ext>
            </a:extLst>
          </p:cNvPr>
          <p:cNvSpPr txBox="1"/>
          <p:nvPr/>
        </p:nvSpPr>
        <p:spPr>
          <a:xfrm>
            <a:off x="9576619" y="1052052"/>
            <a:ext cx="1907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취업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준비생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(개발자, 기획자, 디자이너)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이직 준비 직장인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면접 스터디 그룹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(확장) 기업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채용팀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ko-KR" alt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1F411-6AA4-231A-74FC-05FFA715EF8B}"/>
              </a:ext>
            </a:extLst>
          </p:cNvPr>
          <p:cNvSpPr txBox="1"/>
          <p:nvPr/>
        </p:nvSpPr>
        <p:spPr>
          <a:xfrm>
            <a:off x="5043948" y="1052052"/>
            <a:ext cx="19467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“풀이가 끝이 아니라</a:t>
            </a:r>
            <a:r>
              <a:rPr lang="en-US" altLang="ko-KR" sz="800" b="1" dirty="0"/>
              <a:t>, </a:t>
            </a:r>
            <a:r>
              <a:rPr lang="ko-KR" altLang="en-US" sz="800" b="1" dirty="0"/>
              <a:t>면접이 시작된다”</a:t>
            </a:r>
            <a:endParaRPr lang="ko-KR" altLang="en-US" sz="800" dirty="0"/>
          </a:p>
          <a:p>
            <a:r>
              <a:rPr lang="ko-KR" altLang="en-US" sz="800" dirty="0"/>
              <a:t>과제 → 면접 → 피드백까지 이어지는 구조 </a:t>
            </a:r>
          </a:p>
          <a:p>
            <a:r>
              <a:rPr lang="en-US" altLang="ko-KR" sz="800" dirty="0"/>
              <a:t>AI + </a:t>
            </a:r>
            <a:r>
              <a:rPr lang="ko-KR" altLang="en-US" sz="800" dirty="0"/>
              <a:t>사람 협업 면접 환경 </a:t>
            </a:r>
          </a:p>
          <a:p>
            <a:r>
              <a:rPr lang="ko-KR" altLang="en-US" sz="800" dirty="0"/>
              <a:t>단순 질문이 아니라 </a:t>
            </a:r>
            <a:r>
              <a:rPr lang="ko-KR" altLang="en-US" sz="800" b="1" dirty="0"/>
              <a:t>면접 흐름 자체를 제공</a:t>
            </a:r>
            <a:r>
              <a:rPr lang="ko-KR" altLang="en-US" sz="800" dirty="0"/>
              <a:t> </a:t>
            </a:r>
          </a:p>
          <a:p>
            <a:endParaRPr lang="ko-KR" alt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2967A-07CE-73D1-F863-1898C9E0E780}"/>
              </a:ext>
            </a:extLst>
          </p:cNvPr>
          <p:cNvSpPr txBox="1"/>
          <p:nvPr/>
        </p:nvSpPr>
        <p:spPr>
          <a:xfrm>
            <a:off x="2743200" y="923818"/>
            <a:ext cx="20156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AI </a:t>
            </a:r>
            <a:r>
              <a:rPr lang="ko-KR" altLang="en-US" sz="800" dirty="0"/>
              <a:t>면접관 모드 </a:t>
            </a:r>
            <a:r>
              <a:rPr lang="en-US" altLang="ko-KR" sz="800" dirty="0"/>
              <a:t>(</a:t>
            </a:r>
            <a:r>
              <a:rPr lang="ko-KR" altLang="en-US" sz="800" dirty="0"/>
              <a:t>페르소나 기반 실시간 꼬리 질문</a:t>
            </a:r>
            <a:r>
              <a:rPr lang="en-US" altLang="ko-KR" sz="800" dirty="0"/>
              <a:t>) </a:t>
            </a:r>
          </a:p>
          <a:p>
            <a:r>
              <a:rPr lang="ko-KR" altLang="en-US" sz="800" dirty="0"/>
              <a:t>스터디 모드 </a:t>
            </a:r>
            <a:r>
              <a:rPr lang="en-US" altLang="ko-KR" sz="800" dirty="0"/>
              <a:t>(</a:t>
            </a:r>
            <a:r>
              <a:rPr lang="ko-KR" altLang="en-US" sz="800" dirty="0"/>
              <a:t>다대다 </a:t>
            </a:r>
            <a:r>
              <a:rPr lang="en-US" altLang="ko-KR" sz="800" dirty="0"/>
              <a:t>+ AI </a:t>
            </a:r>
            <a:r>
              <a:rPr lang="ko-KR" altLang="en-US" sz="800" dirty="0"/>
              <a:t>질문 보조</a:t>
            </a:r>
            <a:r>
              <a:rPr lang="en-US" altLang="ko-KR" sz="800" dirty="0"/>
              <a:t>) </a:t>
            </a:r>
          </a:p>
          <a:p>
            <a:r>
              <a:rPr lang="ko-KR" altLang="en-US" sz="800" dirty="0"/>
              <a:t>과제형 면접 모드 </a:t>
            </a:r>
          </a:p>
          <a:p>
            <a:pPr lvl="1"/>
            <a:r>
              <a:rPr lang="ko-KR" altLang="en-US" sz="800" dirty="0"/>
              <a:t>문제 제공 </a:t>
            </a:r>
            <a:r>
              <a:rPr lang="en-US" altLang="ko-KR" sz="800" dirty="0"/>
              <a:t>(</a:t>
            </a:r>
            <a:r>
              <a:rPr lang="ko-KR" altLang="en-US" sz="800" dirty="0"/>
              <a:t>아키텍처</a:t>
            </a:r>
            <a:r>
              <a:rPr lang="en-US" altLang="ko-KR" sz="800" dirty="0"/>
              <a:t>/</a:t>
            </a:r>
            <a:r>
              <a:rPr lang="ko-KR" altLang="en-US" sz="800" dirty="0"/>
              <a:t>설계</a:t>
            </a:r>
            <a:r>
              <a:rPr lang="en-US" altLang="ko-KR" sz="800" dirty="0"/>
              <a:t>/</a:t>
            </a:r>
            <a:r>
              <a:rPr lang="ko-KR" altLang="en-US" sz="800" dirty="0"/>
              <a:t>트러블슈팅</a:t>
            </a:r>
            <a:r>
              <a:rPr lang="en-US" altLang="ko-KR" sz="800" dirty="0"/>
              <a:t>) </a:t>
            </a:r>
          </a:p>
          <a:p>
            <a:pPr lvl="1"/>
            <a:r>
              <a:rPr lang="ko-KR" altLang="en-US" sz="800" dirty="0"/>
              <a:t>시간 제한 환경 </a:t>
            </a:r>
          </a:p>
          <a:p>
            <a:pPr lvl="1"/>
            <a:r>
              <a:rPr lang="ko-KR" altLang="en-US" sz="800" dirty="0"/>
              <a:t>결과 제출 → </a:t>
            </a:r>
            <a:r>
              <a:rPr lang="en-US" altLang="ko-KR" sz="800" dirty="0"/>
              <a:t>AI </a:t>
            </a:r>
            <a:r>
              <a:rPr lang="ko-KR" altLang="en-US" sz="800" dirty="0"/>
              <a:t>기반 꼬리 질문 면접 연결 </a:t>
            </a:r>
          </a:p>
          <a:p>
            <a:r>
              <a:rPr lang="ko-KR" altLang="en-US" sz="800" dirty="0"/>
              <a:t>면접 후 피드백 리포트 제공 </a:t>
            </a:r>
            <a:r>
              <a:rPr lang="en-US" altLang="ko-KR" sz="800" dirty="0"/>
              <a:t>(</a:t>
            </a:r>
            <a:r>
              <a:rPr lang="ko-KR" altLang="en-US" sz="800" dirty="0"/>
              <a:t>논리성</a:t>
            </a:r>
            <a:r>
              <a:rPr lang="en-US" altLang="ko-KR" sz="800" dirty="0"/>
              <a:t>, </a:t>
            </a:r>
            <a:r>
              <a:rPr lang="ko-KR" altLang="en-US" sz="800" dirty="0"/>
              <a:t>확장성</a:t>
            </a:r>
            <a:r>
              <a:rPr lang="en-US" altLang="ko-KR" sz="800" dirty="0"/>
              <a:t>, </a:t>
            </a:r>
            <a:r>
              <a:rPr lang="ko-KR" altLang="en-US" sz="800" dirty="0"/>
              <a:t>선택 근거</a:t>
            </a:r>
            <a:r>
              <a:rPr lang="en-US" altLang="ko-KR" sz="800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B3B286-3F20-2EA7-C803-15C1D2440281}"/>
              </a:ext>
            </a:extLst>
          </p:cNvPr>
          <p:cNvSpPr txBox="1"/>
          <p:nvPr/>
        </p:nvSpPr>
        <p:spPr>
          <a:xfrm>
            <a:off x="540774" y="3195484"/>
            <a:ext cx="1986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8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 err="1">
                <a:latin typeface="Arial" panose="020B0604020202020204" pitchFamily="34" charset="0"/>
              </a:rPr>
              <a:t>ChatGPT</a:t>
            </a:r>
            <a:r>
              <a:rPr lang="ko-KR" altLang="ko-KR" sz="800" dirty="0">
                <a:latin typeface="Arial" panose="020B0604020202020204" pitchFamily="34" charset="0"/>
              </a:rPr>
              <a:t> / LLM 기반 질문 생성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면접 스터디 (지인/커뮤니티)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 err="1">
                <a:latin typeface="Arial" panose="020B0604020202020204" pitchFamily="34" charset="0"/>
              </a:rPr>
              <a:t>LeetCode</a:t>
            </a:r>
            <a:r>
              <a:rPr lang="ko-KR" altLang="ko-KR" sz="800" dirty="0">
                <a:latin typeface="Arial" panose="020B0604020202020204" pitchFamily="34" charset="0"/>
              </a:rPr>
              <a:t> / </a:t>
            </a:r>
            <a:r>
              <a:rPr lang="ko-KR" altLang="ko-KR" sz="800" dirty="0" err="1">
                <a:latin typeface="Arial" panose="020B0604020202020204" pitchFamily="34" charset="0"/>
              </a:rPr>
              <a:t>프로그래머스</a:t>
            </a:r>
            <a:r>
              <a:rPr lang="ko-KR" altLang="ko-KR" sz="800" dirty="0">
                <a:latin typeface="Arial" panose="020B0604020202020204" pitchFamily="34" charset="0"/>
              </a:rPr>
              <a:t> (알고리즘 중심)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유튜브 / 블로그 면접 준비 콘텐츠 </a:t>
            </a:r>
            <a:endParaRPr lang="ko-KR" altLang="en-US" sz="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94FE3-50DA-98CA-EF93-D014616EE3A2}"/>
              </a:ext>
            </a:extLst>
          </p:cNvPr>
          <p:cNvSpPr txBox="1"/>
          <p:nvPr/>
        </p:nvSpPr>
        <p:spPr>
          <a:xfrm>
            <a:off x="2743200" y="2930013"/>
            <a:ext cx="2202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면접 세션 수 </a:t>
            </a:r>
          </a:p>
          <a:p>
            <a:r>
              <a:rPr lang="ko-KR" altLang="en-US" sz="800" dirty="0"/>
              <a:t>과제 </a:t>
            </a:r>
            <a:r>
              <a:rPr lang="ko-KR" altLang="en-US" sz="800" dirty="0" err="1"/>
              <a:t>완료율</a:t>
            </a:r>
            <a:r>
              <a:rPr lang="ko-KR" altLang="en-US" sz="800" dirty="0"/>
              <a:t> </a:t>
            </a:r>
          </a:p>
          <a:p>
            <a:r>
              <a:rPr lang="ko-KR" altLang="en-US" sz="800" dirty="0"/>
              <a:t>사용자 재방문율 </a:t>
            </a:r>
            <a:r>
              <a:rPr lang="en-US" altLang="ko-KR" sz="800" dirty="0"/>
              <a:t>(Retention) </a:t>
            </a:r>
          </a:p>
          <a:p>
            <a:r>
              <a:rPr lang="ko-KR" altLang="en-US" sz="800" dirty="0"/>
              <a:t>평균 세션 시간 </a:t>
            </a:r>
          </a:p>
          <a:p>
            <a:r>
              <a:rPr lang="ko-KR" altLang="en-US" sz="800" dirty="0"/>
              <a:t>유료 </a:t>
            </a:r>
            <a:r>
              <a:rPr lang="ko-KR" altLang="en-US" sz="800" dirty="0" err="1"/>
              <a:t>전환율</a:t>
            </a:r>
            <a:r>
              <a:rPr lang="ko-KR" altLang="en-US" sz="800" dirty="0"/>
              <a:t> </a:t>
            </a:r>
          </a:p>
          <a:p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D83765-8874-EC53-3B22-34F1E94D7BBC}"/>
              </a:ext>
            </a:extLst>
          </p:cNvPr>
          <p:cNvSpPr txBox="1"/>
          <p:nvPr/>
        </p:nvSpPr>
        <p:spPr>
          <a:xfrm>
            <a:off x="5112773" y="3318594"/>
            <a:ext cx="1809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“</a:t>
            </a:r>
            <a:r>
              <a:rPr lang="en-US" altLang="ko-KR" sz="800" dirty="0" err="1"/>
              <a:t>LeetCode</a:t>
            </a:r>
            <a:r>
              <a:rPr lang="en-US" altLang="ko-KR" sz="800" dirty="0"/>
              <a:t> + ChatGPT + Mock Interview</a:t>
            </a:r>
            <a:r>
              <a:rPr lang="ko-KR" altLang="en-US" sz="800" dirty="0"/>
              <a:t>를 결합한 실전 면접 시뮬레이터”</a:t>
            </a:r>
          </a:p>
          <a:p>
            <a:endParaRPr lang="ko-KR" alt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06D5C-7321-F326-75FE-953B1918DA2F}"/>
              </a:ext>
            </a:extLst>
          </p:cNvPr>
          <p:cNvSpPr txBox="1"/>
          <p:nvPr/>
        </p:nvSpPr>
        <p:spPr>
          <a:xfrm>
            <a:off x="7423355" y="1140542"/>
            <a:ext cx="194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8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과제 결과 기반 꼬리 질문 생성 구조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AI + 스터디 하이브리드 면접 환경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면접 흐름(맥락) 유지 알고리즘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페르소나 기반 압박 면접 구현 </a:t>
            </a:r>
            <a:endParaRPr lang="ko-KR" altLang="en-US" sz="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FC47F7-B9AC-E2F7-B1B8-68DF84B40259}"/>
              </a:ext>
            </a:extLst>
          </p:cNvPr>
          <p:cNvSpPr txBox="1"/>
          <p:nvPr/>
        </p:nvSpPr>
        <p:spPr>
          <a:xfrm>
            <a:off x="7423355" y="3067665"/>
            <a:ext cx="2025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800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대학 커뮤니티 (</a:t>
            </a:r>
            <a:r>
              <a:rPr lang="ko-KR" altLang="ko-KR" sz="800" dirty="0" err="1">
                <a:latin typeface="Arial" panose="020B0604020202020204" pitchFamily="34" charset="0"/>
              </a:rPr>
              <a:t>에브리타임</a:t>
            </a:r>
            <a:r>
              <a:rPr lang="ko-KR" altLang="ko-KR" sz="800" dirty="0">
                <a:latin typeface="Arial" panose="020B0604020202020204" pitchFamily="34" charset="0"/>
              </a:rPr>
              <a:t>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취업 카페 (</a:t>
            </a:r>
            <a:r>
              <a:rPr lang="ko-KR" altLang="ko-KR" sz="800" dirty="0" err="1">
                <a:latin typeface="Arial" panose="020B0604020202020204" pitchFamily="34" charset="0"/>
              </a:rPr>
              <a:t>독취사</a:t>
            </a:r>
            <a:r>
              <a:rPr lang="ko-KR" altLang="ko-KR" sz="800" dirty="0">
                <a:latin typeface="Arial" panose="020B0604020202020204" pitchFamily="34" charset="0"/>
              </a:rPr>
              <a:t>, </a:t>
            </a:r>
            <a:r>
              <a:rPr lang="ko-KR" altLang="ko-KR" sz="800" dirty="0" err="1">
                <a:latin typeface="Arial" panose="020B0604020202020204" pitchFamily="34" charset="0"/>
              </a:rPr>
              <a:t>링크드인</a:t>
            </a:r>
            <a:r>
              <a:rPr lang="ko-KR" altLang="ko-KR" sz="800" dirty="0">
                <a:latin typeface="Arial" panose="020B0604020202020204" pitchFamily="34" charset="0"/>
              </a:rPr>
              <a:t>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개발자 커뮤니티 (</a:t>
            </a:r>
            <a:r>
              <a:rPr lang="ko-KR" altLang="ko-KR" sz="800" dirty="0" err="1">
                <a:latin typeface="Arial" panose="020B0604020202020204" pitchFamily="34" charset="0"/>
              </a:rPr>
              <a:t>Velog</a:t>
            </a:r>
            <a:r>
              <a:rPr lang="ko-KR" altLang="ko-KR" sz="800" dirty="0">
                <a:latin typeface="Arial" panose="020B0604020202020204" pitchFamily="34" charset="0"/>
              </a:rPr>
              <a:t>, GitHub)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유튜브 / </a:t>
            </a:r>
            <a:r>
              <a:rPr lang="ko-KR" altLang="ko-KR" sz="800" dirty="0" err="1">
                <a:latin typeface="Arial" panose="020B0604020202020204" pitchFamily="34" charset="0"/>
              </a:rPr>
              <a:t>숏폼</a:t>
            </a:r>
            <a:r>
              <a:rPr lang="ko-KR" altLang="ko-KR" sz="800" dirty="0">
                <a:latin typeface="Arial" panose="020B0604020202020204" pitchFamily="34" charset="0"/>
              </a:rPr>
              <a:t> (면접 콘텐츠)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800" dirty="0">
                <a:latin typeface="Arial" panose="020B0604020202020204" pitchFamily="34" charset="0"/>
              </a:rPr>
              <a:t>부트캠프 / 학원 제휴 </a:t>
            </a:r>
            <a:endParaRPr lang="ko-KR" alt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7C7D4A-63DD-9CD0-6918-1A81FDC1B3B7}"/>
              </a:ext>
            </a:extLst>
          </p:cNvPr>
          <p:cNvSpPr txBox="1"/>
          <p:nvPr/>
        </p:nvSpPr>
        <p:spPr>
          <a:xfrm>
            <a:off x="9871587" y="3318594"/>
            <a:ext cx="1779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개발자 </a:t>
            </a:r>
            <a:r>
              <a:rPr lang="ko-KR" altLang="en-US" sz="800" dirty="0" err="1"/>
              <a:t>취준생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특히 </a:t>
            </a:r>
            <a:r>
              <a:rPr lang="ko-KR" altLang="en-US" sz="800" dirty="0" err="1"/>
              <a:t>백엔드</a:t>
            </a:r>
            <a:r>
              <a:rPr lang="en-US" altLang="ko-KR" sz="800" dirty="0"/>
              <a:t>) </a:t>
            </a:r>
            <a:br>
              <a:rPr lang="en-US" altLang="ko-KR" sz="800" dirty="0"/>
            </a:br>
            <a:r>
              <a:rPr lang="ko-KR" altLang="en-US" sz="800" dirty="0"/>
              <a:t>부트캠프 수강생 </a:t>
            </a:r>
            <a:br>
              <a:rPr lang="ko-KR" altLang="en-US" sz="800" dirty="0"/>
            </a:br>
            <a:r>
              <a:rPr lang="ko-KR" altLang="en-US" sz="800" dirty="0"/>
              <a:t>면접 스터디 참여자 </a:t>
            </a:r>
            <a:br>
              <a:rPr lang="ko-KR" altLang="en-US" sz="800" dirty="0"/>
            </a:br>
            <a:r>
              <a:rPr lang="ko-KR" altLang="en-US" sz="800" dirty="0"/>
              <a:t>기술 면접 대비가 필요한 주니어 개발자 </a:t>
            </a:r>
            <a:br>
              <a:rPr lang="ko-KR" altLang="en-US" sz="800" dirty="0"/>
            </a:br>
            <a:endParaRPr lang="ko-KR" alt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2F8B7-1C93-8044-BBF2-B2A4430E0F28}"/>
              </a:ext>
            </a:extLst>
          </p:cNvPr>
          <p:cNvSpPr txBox="1"/>
          <p:nvPr/>
        </p:nvSpPr>
        <p:spPr>
          <a:xfrm>
            <a:off x="737420" y="4925546"/>
            <a:ext cx="2723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LLM API </a:t>
            </a:r>
            <a:r>
              <a:rPr lang="ko-KR" altLang="en-US" sz="800" dirty="0"/>
              <a:t>비용 </a:t>
            </a:r>
            <a:br>
              <a:rPr lang="ko-KR" altLang="en-US" sz="800" dirty="0"/>
            </a:br>
            <a:r>
              <a:rPr lang="ko-KR" altLang="en-US" sz="800" dirty="0"/>
              <a:t>서버 및 인프라 비용 </a:t>
            </a:r>
            <a:br>
              <a:rPr lang="ko-KR" altLang="en-US" sz="800" dirty="0"/>
            </a:br>
            <a:r>
              <a:rPr lang="ko-KR" altLang="en-US" sz="800" dirty="0"/>
              <a:t>콘텐츠 제작 비용 </a:t>
            </a:r>
            <a:r>
              <a:rPr lang="en-US" altLang="ko-KR" sz="800" dirty="0"/>
              <a:t>(</a:t>
            </a:r>
            <a:r>
              <a:rPr lang="ko-KR" altLang="en-US" sz="800" dirty="0"/>
              <a:t>과제 문제</a:t>
            </a:r>
            <a:r>
              <a:rPr lang="en-US" altLang="ko-KR" sz="800" dirty="0"/>
              <a:t>) </a:t>
            </a:r>
            <a:br>
              <a:rPr lang="en-US" altLang="ko-KR" sz="800" dirty="0"/>
            </a:br>
            <a:r>
              <a:rPr lang="ko-KR" altLang="en-US" sz="800" dirty="0"/>
              <a:t>개발 인건비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1B9327-9D6D-607E-4400-31AE8D0611B4}"/>
              </a:ext>
            </a:extLst>
          </p:cNvPr>
          <p:cNvSpPr txBox="1"/>
          <p:nvPr/>
        </p:nvSpPr>
        <p:spPr>
          <a:xfrm>
            <a:off x="6676103" y="5217933"/>
            <a:ext cx="3283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Freemium </a:t>
            </a:r>
            <a:r>
              <a:rPr lang="ko-KR" altLang="en-US" sz="800" dirty="0"/>
              <a:t>모델 </a:t>
            </a:r>
          </a:p>
          <a:p>
            <a:pPr lvl="1"/>
            <a:r>
              <a:rPr lang="ko-KR" altLang="en-US" sz="800" dirty="0"/>
              <a:t>무료</a:t>
            </a:r>
            <a:r>
              <a:rPr lang="en-US" altLang="ko-KR" sz="800" dirty="0"/>
              <a:t>: </a:t>
            </a:r>
            <a:r>
              <a:rPr lang="ko-KR" altLang="en-US" sz="800" dirty="0"/>
              <a:t>기본 질문 </a:t>
            </a:r>
          </a:p>
          <a:p>
            <a:pPr lvl="1"/>
            <a:r>
              <a:rPr lang="ko-KR" altLang="en-US" sz="800" dirty="0"/>
              <a:t>유료</a:t>
            </a:r>
            <a:r>
              <a:rPr lang="en-US" altLang="ko-KR" sz="800" dirty="0"/>
              <a:t>: </a:t>
            </a:r>
            <a:r>
              <a:rPr lang="ko-KR" altLang="en-US" sz="800" dirty="0"/>
              <a:t>과제형 면접 </a:t>
            </a:r>
            <a:r>
              <a:rPr lang="en-US" altLang="ko-KR" sz="800" dirty="0"/>
              <a:t>/ AI </a:t>
            </a:r>
            <a:r>
              <a:rPr lang="ko-KR" altLang="en-US" sz="800" dirty="0"/>
              <a:t>면접관 </a:t>
            </a:r>
            <a:r>
              <a:rPr lang="en-US" altLang="ko-KR" sz="800" dirty="0"/>
              <a:t>/ </a:t>
            </a:r>
            <a:r>
              <a:rPr lang="ko-KR" altLang="en-US" sz="800" dirty="0"/>
              <a:t>피드백 리포트 </a:t>
            </a:r>
          </a:p>
          <a:p>
            <a:r>
              <a:rPr lang="en-US" altLang="ko-KR" sz="800" dirty="0"/>
              <a:t>B2B (</a:t>
            </a:r>
            <a:r>
              <a:rPr lang="ko-KR" altLang="en-US" sz="800" dirty="0"/>
              <a:t>기업 채용 면접 솔루션</a:t>
            </a:r>
            <a:r>
              <a:rPr lang="en-US" altLang="ko-KR" sz="800" dirty="0"/>
              <a:t>) </a:t>
            </a:r>
          </a:p>
          <a:p>
            <a:r>
              <a:rPr lang="ko-KR" altLang="en-US" sz="800" dirty="0"/>
              <a:t>부트캠프</a:t>
            </a:r>
            <a:r>
              <a:rPr lang="en-US" altLang="ko-KR" sz="800" dirty="0"/>
              <a:t>/</a:t>
            </a:r>
            <a:r>
              <a:rPr lang="ko-KR" altLang="en-US" sz="800" dirty="0"/>
              <a:t>교육기관 라이선스 </a:t>
            </a:r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830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0BB46EE-9581-E690-9DA2-BCB26D349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6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20A5C97-0879-26CD-05F3-664A55956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53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353</Words>
  <Application>Microsoft Office PowerPoint</Application>
  <PresentationFormat>와이드스크린</PresentationFormat>
  <Paragraphs>52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한 줄 정의 (프로젝트) 👉 “실전 면접 흐름을 재현하는 AI 기반 면접 시뮬레이션 플랫폼” 한 줄 정의 (사용자 관점) 👉 “문제 풀고 → 바로 면접까지 이어지는, 실전형 면접 연습 서비스” 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김현지</dc:creator>
  <cp:lastModifiedBy>김현지</cp:lastModifiedBy>
  <cp:revision>3</cp:revision>
  <dcterms:created xsi:type="dcterms:W3CDTF">2026-05-05T00:26:59Z</dcterms:created>
  <dcterms:modified xsi:type="dcterms:W3CDTF">2026-05-05T00:59:25Z</dcterms:modified>
</cp:coreProperties>
</file>